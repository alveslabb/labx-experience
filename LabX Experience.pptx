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rand Cru S Ultra-Bold" charset="1" panose="00000900000000000000"/>
      <p:regular r:id="rId19"/>
    </p:embeddedFont>
    <p:embeddedFont>
      <p:font typeface="Glacial Indifference Bold" charset="1" panose="00000800000000000000"/>
      <p:regular r:id="rId20"/>
    </p:embeddedFont>
    <p:embeddedFont>
      <p:font typeface="Grand Cru S Medium" charset="1" panose="00000600000000000000"/>
      <p:regular r:id="rId21"/>
    </p:embeddedFont>
    <p:embeddedFont>
      <p:font typeface="Questrial" charset="1" panose="02000000000000000000"/>
      <p:regular r:id="rId22"/>
    </p:embeddedFont>
    <p:embeddedFont>
      <p:font typeface="Grand Cru S Bold" charset="1" panose="00000800000000000000"/>
      <p:regular r:id="rId23"/>
    </p:embeddedFont>
    <p:embeddedFont>
      <p:font typeface="29LT Adir Semi-Bold" charset="1" panose="00000706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92716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7179521" y="379852"/>
            <a:ext cx="4548895" cy="3030701"/>
          </a:xfrm>
          <a:custGeom>
            <a:avLst/>
            <a:gdLst/>
            <a:ahLst/>
            <a:cxnLst/>
            <a:rect r="r" b="b" t="t" l="l"/>
            <a:pathLst>
              <a:path h="3030701" w="4548895">
                <a:moveTo>
                  <a:pt x="0" y="0"/>
                </a:moveTo>
                <a:lnTo>
                  <a:pt x="4548894" y="0"/>
                </a:lnTo>
                <a:lnTo>
                  <a:pt x="4548894" y="3030701"/>
                </a:lnTo>
                <a:lnTo>
                  <a:pt x="0" y="303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878630">
            <a:off x="3680702" y="1471233"/>
            <a:ext cx="2034541" cy="1667625"/>
          </a:xfrm>
          <a:custGeom>
            <a:avLst/>
            <a:gdLst/>
            <a:ahLst/>
            <a:cxnLst/>
            <a:rect r="r" b="b" t="t" l="l"/>
            <a:pathLst>
              <a:path h="1667625" w="2034541">
                <a:moveTo>
                  <a:pt x="0" y="0"/>
                </a:moveTo>
                <a:lnTo>
                  <a:pt x="2034540" y="0"/>
                </a:lnTo>
                <a:lnTo>
                  <a:pt x="2034540" y="1667624"/>
                </a:lnTo>
                <a:lnTo>
                  <a:pt x="0" y="1667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95546" y="3219536"/>
            <a:ext cx="10916844" cy="35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04"/>
              </a:lnSpc>
            </a:pPr>
            <a:r>
              <a:rPr lang="en-US" b="true" sz="11684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  <a:sym typeface="Grand Cru S Ultra-Bold"/>
              </a:rPr>
              <a:t>LABX EXPERIENCE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9536387">
            <a:off x="12906278" y="1468382"/>
            <a:ext cx="3399978" cy="1673325"/>
          </a:xfrm>
          <a:custGeom>
            <a:avLst/>
            <a:gdLst/>
            <a:ahLst/>
            <a:cxnLst/>
            <a:rect r="r" b="b" t="t" l="l"/>
            <a:pathLst>
              <a:path h="1673325" w="3399978">
                <a:moveTo>
                  <a:pt x="0" y="0"/>
                </a:moveTo>
                <a:lnTo>
                  <a:pt x="3399978" y="0"/>
                </a:lnTo>
                <a:lnTo>
                  <a:pt x="3399978" y="1673326"/>
                </a:lnTo>
                <a:lnTo>
                  <a:pt x="0" y="1673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52211" y="7181867"/>
            <a:ext cx="5513231" cy="85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b="true" sz="2459">
                <a:solidFill>
                  <a:srgbClr val="26131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Transformando o laboratório em uma experiência inteligente e interativa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2094425" y="2304601"/>
            <a:ext cx="7713366" cy="142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0"/>
              </a:lnSpc>
            </a:pPr>
            <a:r>
              <a:rPr lang="en-US" sz="9353" b="true">
                <a:solidFill>
                  <a:srgbClr val="261310"/>
                </a:solidFill>
                <a:latin typeface="Grand Cru S Medium"/>
                <a:ea typeface="Grand Cru S Medium"/>
                <a:cs typeface="Grand Cru S Medium"/>
                <a:sym typeface="Grand Cru S Medium"/>
              </a:rPr>
              <a:t>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4425" y="3736027"/>
            <a:ext cx="7049575" cy="456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Atualmente, os laboratórios escolares são pouco utilizados ou mal aproveitados.</a:t>
            </a:r>
          </a:p>
          <a:p>
            <a:pPr algn="l">
              <a:lnSpc>
                <a:spcPts val="3670"/>
              </a:lnSpc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Principais problemas:</a:t>
            </a:r>
          </a:p>
          <a:p>
            <a:pPr algn="l" marL="566038" indent="-283019" lvl="1">
              <a:lnSpc>
                <a:spcPts val="3670"/>
              </a:lnSpc>
              <a:buFont typeface="Arial"/>
              <a:buChar char="•"/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Falta de organização no uso</a:t>
            </a:r>
          </a:p>
          <a:p>
            <a:pPr algn="l" marL="566038" indent="-283019" lvl="1">
              <a:lnSpc>
                <a:spcPts val="3670"/>
              </a:lnSpc>
              <a:buFont typeface="Arial"/>
              <a:buChar char="•"/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Pouco engajamento dos alunos</a:t>
            </a:r>
          </a:p>
          <a:p>
            <a:pPr algn="l" marL="566038" indent="-283019" lvl="1">
              <a:lnSpc>
                <a:spcPts val="3670"/>
              </a:lnSpc>
              <a:buFont typeface="Arial"/>
              <a:buChar char="•"/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Aulas teóricas sem prática</a:t>
            </a:r>
          </a:p>
          <a:p>
            <a:pPr algn="l" marL="566038" indent="-283019" lvl="1">
              <a:lnSpc>
                <a:spcPts val="3670"/>
              </a:lnSpc>
              <a:buFont typeface="Arial"/>
              <a:buChar char="•"/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Desperdício de um espaço importante</a:t>
            </a:r>
          </a:p>
          <a:p>
            <a:pPr algn="l">
              <a:lnSpc>
                <a:spcPts val="3670"/>
              </a:lnSpc>
            </a:pPr>
            <a:r>
              <a:rPr lang="en-US" sz="26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Isso faz com que os alunos percam o interesse pela ciência.</a:t>
            </a:r>
          </a:p>
          <a:p>
            <a:pPr algn="l">
              <a:lnSpc>
                <a:spcPts val="367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0139662" y="6936929"/>
            <a:ext cx="6363890" cy="1306929"/>
          </a:xfrm>
          <a:custGeom>
            <a:avLst/>
            <a:gdLst/>
            <a:ahLst/>
            <a:cxnLst/>
            <a:rect r="r" b="b" t="t" l="l"/>
            <a:pathLst>
              <a:path h="1306929" w="6363890">
                <a:moveTo>
                  <a:pt x="0" y="0"/>
                </a:moveTo>
                <a:lnTo>
                  <a:pt x="6363890" y="0"/>
                </a:lnTo>
                <a:lnTo>
                  <a:pt x="6363890" y="1306929"/>
                </a:lnTo>
                <a:lnTo>
                  <a:pt x="0" y="1306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39662" y="3793177"/>
            <a:ext cx="2881126" cy="2585251"/>
          </a:xfrm>
          <a:custGeom>
            <a:avLst/>
            <a:gdLst/>
            <a:ahLst/>
            <a:cxnLst/>
            <a:rect r="r" b="b" t="t" l="l"/>
            <a:pathLst>
              <a:path h="2585251" w="2881126">
                <a:moveTo>
                  <a:pt x="0" y="0"/>
                </a:moveTo>
                <a:lnTo>
                  <a:pt x="2881126" y="0"/>
                </a:lnTo>
                <a:lnTo>
                  <a:pt x="2881126" y="2585251"/>
                </a:lnTo>
                <a:lnTo>
                  <a:pt x="0" y="2585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25588" y="2304601"/>
            <a:ext cx="3378330" cy="4119505"/>
          </a:xfrm>
          <a:custGeom>
            <a:avLst/>
            <a:gdLst/>
            <a:ahLst/>
            <a:cxnLst/>
            <a:rect r="r" b="b" t="t" l="l"/>
            <a:pathLst>
              <a:path h="4119505" w="3378330">
                <a:moveTo>
                  <a:pt x="0" y="0"/>
                </a:moveTo>
                <a:lnTo>
                  <a:pt x="3378330" y="0"/>
                </a:lnTo>
                <a:lnTo>
                  <a:pt x="3378330" y="4119505"/>
                </a:lnTo>
                <a:lnTo>
                  <a:pt x="0" y="4119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3811138" y="2347572"/>
            <a:ext cx="10849005" cy="127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2"/>
              </a:lnSpc>
            </a:pPr>
            <a:r>
              <a:rPr lang="en-US" b="true" sz="8346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Solução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5336" y="3895650"/>
            <a:ext cx="9677328" cy="500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sz="32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Criamos o LabX Experience, um sistema que transforma o laboratório em uma experiência dinâmica, organizada e envolvente.</a:t>
            </a:r>
          </a:p>
          <a:p>
            <a:pPr algn="ctr">
              <a:lnSpc>
                <a:spcPts val="4993"/>
              </a:lnSpc>
            </a:pPr>
            <a:r>
              <a:rPr lang="en-US" sz="32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Nosso projeto une:</a:t>
            </a:r>
          </a:p>
          <a:p>
            <a:pPr algn="ctr">
              <a:lnSpc>
                <a:spcPts val="4993"/>
              </a:lnSpc>
            </a:pPr>
            <a:r>
              <a:rPr lang="en-US" sz="32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organização inteligente</a:t>
            </a:r>
          </a:p>
          <a:p>
            <a:pPr algn="ctr">
              <a:lnSpc>
                <a:spcPts val="4993"/>
              </a:lnSpc>
            </a:pPr>
            <a:r>
              <a:rPr lang="en-US" sz="32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 Aprendizado prático</a:t>
            </a:r>
          </a:p>
          <a:p>
            <a:pPr algn="ctr">
              <a:lnSpc>
                <a:spcPts val="4993"/>
              </a:lnSpc>
            </a:pPr>
            <a:r>
              <a:rPr lang="en-US" sz="32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 Engajamento dos alunos</a:t>
            </a:r>
          </a:p>
          <a:p>
            <a:pPr algn="ctr">
              <a:lnSpc>
                <a:spcPts val="4993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-1582655" y="4360322"/>
            <a:ext cx="7608663" cy="1562563"/>
          </a:xfrm>
          <a:custGeom>
            <a:avLst/>
            <a:gdLst/>
            <a:ahLst/>
            <a:cxnLst/>
            <a:rect r="r" b="b" t="t" l="l"/>
            <a:pathLst>
              <a:path h="1562563" w="7608663">
                <a:moveTo>
                  <a:pt x="0" y="0"/>
                </a:moveTo>
                <a:lnTo>
                  <a:pt x="7608663" y="0"/>
                </a:lnTo>
                <a:lnTo>
                  <a:pt x="7608663" y="1562564"/>
                </a:lnTo>
                <a:lnTo>
                  <a:pt x="0" y="1562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60142" y="761754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9643979" y="1477679"/>
            <a:ext cx="6731770" cy="250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9"/>
              </a:lnSpc>
            </a:pPr>
            <a:r>
              <a:rPr lang="en-US" sz="8324" b="true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Rodízio Inteligente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9543" y="1102855"/>
            <a:ext cx="7321039" cy="8155445"/>
          </a:xfrm>
          <a:custGeom>
            <a:avLst/>
            <a:gdLst/>
            <a:ahLst/>
            <a:cxnLst/>
            <a:rect r="r" b="b" t="t" l="l"/>
            <a:pathLst>
              <a:path h="8155445" w="7321039">
                <a:moveTo>
                  <a:pt x="0" y="0"/>
                </a:moveTo>
                <a:lnTo>
                  <a:pt x="7321039" y="0"/>
                </a:lnTo>
                <a:lnTo>
                  <a:pt x="7321039" y="8155445"/>
                </a:lnTo>
                <a:lnTo>
                  <a:pt x="0" y="815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85" t="-41941" r="-11048" b="-2386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00036" y="4188854"/>
            <a:ext cx="7459264" cy="571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3663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 sistema organiza automaticamente o uso do laboratório entre as turmas, vendo horarios e datas disponiveis para o uso dele, evitando atrapalhar outras turmas ou ate mesmo a agenda do responsavel</a:t>
            </a:r>
          </a:p>
          <a:p>
            <a:pPr algn="l">
              <a:lnSpc>
                <a:spcPts val="5129"/>
              </a:lnSpc>
            </a:pPr>
          </a:p>
          <a:p>
            <a:pPr algn="l">
              <a:lnSpc>
                <a:spcPts val="512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4980424" y="1854399"/>
            <a:ext cx="8784956" cy="279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8"/>
              </a:lnSpc>
            </a:pPr>
            <a:r>
              <a:rPr lang="en-US" b="true" sz="8697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Experimento da Semana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8435" y="5323545"/>
            <a:ext cx="13323301" cy="297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 LabX Experience organiza o laboratório com um tema diferente a cada semana, como Química, Física ou Biologia, permitindo que todas as turmas participem de atividades práticas adaptadas ao seu nível. Esse modelo torna as aulas mais dinâmicas, aumenta o interesse dos alunos e melhora o aproveitamento do laboratório, criando uma experiência mais organizada e envolvente.</a:t>
            </a:r>
          </a:p>
          <a:p>
            <a:pPr algn="ctr">
              <a:lnSpc>
                <a:spcPts val="390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801458" y="1472102"/>
            <a:ext cx="3160459" cy="3444701"/>
          </a:xfrm>
          <a:custGeom>
            <a:avLst/>
            <a:gdLst/>
            <a:ahLst/>
            <a:cxnLst/>
            <a:rect r="r" b="b" t="t" l="l"/>
            <a:pathLst>
              <a:path h="3444701" w="3160459">
                <a:moveTo>
                  <a:pt x="0" y="0"/>
                </a:moveTo>
                <a:lnTo>
                  <a:pt x="3160459" y="0"/>
                </a:lnTo>
                <a:lnTo>
                  <a:pt x="3160459" y="3444700"/>
                </a:lnTo>
                <a:lnTo>
                  <a:pt x="0" y="344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91" t="-7151" r="-12591" b="-770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2410262" y="4161925"/>
            <a:ext cx="1028340" cy="1028340"/>
            <a:chOff x="0" y="0"/>
            <a:chExt cx="1371120" cy="137112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0201" y="102418"/>
              <a:ext cx="1230718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10262" y="5771317"/>
            <a:ext cx="1028340" cy="1028340"/>
            <a:chOff x="0" y="0"/>
            <a:chExt cx="1371120" cy="137112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0201" y="102418"/>
              <a:ext cx="1230718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10262" y="7380682"/>
            <a:ext cx="1028340" cy="1028340"/>
            <a:chOff x="0" y="0"/>
            <a:chExt cx="1371120" cy="137112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0201" y="102418"/>
              <a:ext cx="1230718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03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494764" y="1297511"/>
            <a:ext cx="3952471" cy="7691978"/>
          </a:xfrm>
          <a:custGeom>
            <a:avLst/>
            <a:gdLst/>
            <a:ahLst/>
            <a:cxnLst/>
            <a:rect r="r" b="b" t="t" l="l"/>
            <a:pathLst>
              <a:path h="7691978" w="3952471">
                <a:moveTo>
                  <a:pt x="0" y="0"/>
                </a:moveTo>
                <a:lnTo>
                  <a:pt x="3952472" y="0"/>
                </a:lnTo>
                <a:lnTo>
                  <a:pt x="3952472" y="7691978"/>
                </a:lnTo>
                <a:lnTo>
                  <a:pt x="0" y="7691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33280" y="857250"/>
            <a:ext cx="9452351" cy="308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b="true" sz="8799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Sistema de Missões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31327" y="4741955"/>
            <a:ext cx="761338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Resolver problemas científicos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31327" y="6351347"/>
            <a:ext cx="774848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Testar hipóteses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31327" y="7960712"/>
            <a:ext cx="774848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Descobrir soluções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105713" y="1517234"/>
            <a:ext cx="5447424" cy="7252532"/>
            <a:chOff x="0" y="0"/>
            <a:chExt cx="3663950" cy="48780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0" t="-6086" r="0" b="-6086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19575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63073" y="1137452"/>
            <a:ext cx="8343950" cy="234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sz="7317" b="true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Gamificação (Ranking)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0619" y="3782056"/>
            <a:ext cx="8343950" cy="441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As turmas acumulam pontos com base em: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Participação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Desempenho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Organização</a:t>
            </a:r>
          </a:p>
          <a:p>
            <a:pPr algn="l">
              <a:lnSpc>
                <a:spcPts val="3907"/>
              </a:lnSpc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Resultados: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Competição saudável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Maior engajamento</a:t>
            </a:r>
          </a:p>
          <a:p>
            <a:pPr algn="l" marL="602546" indent="-301273" lvl="1">
              <a:lnSpc>
                <a:spcPts val="3907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Motivação contínua</a:t>
            </a:r>
          </a:p>
          <a:p>
            <a:pPr algn="l">
              <a:lnSpc>
                <a:spcPts val="390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2451" y="7858374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4" y="0"/>
                </a:lnTo>
                <a:lnTo>
                  <a:pt x="2735884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2223748" y="1717764"/>
            <a:ext cx="6321507" cy="232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7581" b="true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Papel do professor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3065" y="4504547"/>
            <a:ext cx="15334318" cy="4370121"/>
          </a:xfrm>
          <a:custGeom>
            <a:avLst/>
            <a:gdLst/>
            <a:ahLst/>
            <a:cxnLst/>
            <a:rect r="r" b="b" t="t" l="l"/>
            <a:pathLst>
              <a:path h="4370121" w="15334318">
                <a:moveTo>
                  <a:pt x="0" y="0"/>
                </a:moveTo>
                <a:lnTo>
                  <a:pt x="15334318" y="0"/>
                </a:lnTo>
                <a:lnTo>
                  <a:pt x="15334318" y="4370121"/>
                </a:lnTo>
                <a:lnTo>
                  <a:pt x="0" y="4370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4" t="-92674" r="0" b="-4350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45256" y="1963439"/>
            <a:ext cx="7736742" cy="20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643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Papel do Professor O professor atua como um mentor científico, guiando os alunos durante as atividades. Isso torna a aula mais interativa e dinâmica.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042053" y="663877"/>
            <a:ext cx="2449945" cy="1632276"/>
          </a:xfrm>
          <a:custGeom>
            <a:avLst/>
            <a:gdLst/>
            <a:ahLst/>
            <a:cxnLst/>
            <a:rect r="r" b="b" t="t" l="l"/>
            <a:pathLst>
              <a:path h="1632276" w="2449945">
                <a:moveTo>
                  <a:pt x="0" y="0"/>
                </a:moveTo>
                <a:lnTo>
                  <a:pt x="2449946" y="0"/>
                </a:lnTo>
                <a:lnTo>
                  <a:pt x="2449946" y="1632276"/>
                </a:lnTo>
                <a:lnTo>
                  <a:pt x="0" y="1632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82484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2197492" y="1596533"/>
            <a:ext cx="13893016" cy="148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9"/>
              </a:lnSpc>
              <a:spcBef>
                <a:spcPct val="0"/>
              </a:spcBef>
            </a:pPr>
            <a:r>
              <a:rPr lang="en-US" b="true" sz="8578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Diferencial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46883" y="5907638"/>
            <a:ext cx="1689484" cy="1689477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55774" t="-130178" r="-19414" b="-327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43891" y="5850505"/>
            <a:ext cx="1746617" cy="1746610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62933" t="-118052" r="-9183" b="-4028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741392" y="3517792"/>
            <a:ext cx="6745131" cy="478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385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 LabX Experience não é apenas um sistema de agenda. É uma solução que: Transforma o laboratório em um ambiente atrativo Aumenta o interesse por ciência Melhora o aprendizado prático Engaja alunos de forma real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17855" y="1157610"/>
            <a:ext cx="3160459" cy="3444701"/>
          </a:xfrm>
          <a:custGeom>
            <a:avLst/>
            <a:gdLst/>
            <a:ahLst/>
            <a:cxnLst/>
            <a:rect r="r" b="b" t="t" l="l"/>
            <a:pathLst>
              <a:path h="3444701" w="3160459">
                <a:moveTo>
                  <a:pt x="0" y="0"/>
                </a:moveTo>
                <a:lnTo>
                  <a:pt x="3160459" y="0"/>
                </a:lnTo>
                <a:lnTo>
                  <a:pt x="3160459" y="3444701"/>
                </a:lnTo>
                <a:lnTo>
                  <a:pt x="0" y="344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91" t="-7151" r="-12591" b="-770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984344" y="1843390"/>
            <a:ext cx="8215624" cy="148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9"/>
              </a:lnSpc>
              <a:spcBef>
                <a:spcPct val="0"/>
              </a:spcBef>
            </a:pPr>
            <a:r>
              <a:rPr lang="en-US" b="true" sz="8578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Impacto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4344" y="3596934"/>
            <a:ext cx="7159656" cy="490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 LabX Experience aumenta o uso do laboratório, melhora o desempenho dos alunos e desperta maior interesse pelas aulas de ciência. Com mais prática e organização, os estudantes desenvolvem habilidades importantes como pensamento crítico, trabalho em equipe e resolução de problemas, tornando o aprendizado mais eficiente e significativo.</a:t>
            </a:r>
          </a:p>
          <a:p>
            <a:pPr algn="l">
              <a:lnSpc>
                <a:spcPts val="3907"/>
              </a:lnSpc>
            </a:pP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47097" y="1691914"/>
            <a:ext cx="7834444" cy="7464422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2287559" y="1551458"/>
            <a:ext cx="6856441" cy="359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3"/>
              </a:lnSpc>
            </a:pPr>
            <a:r>
              <a:rPr lang="en-US" b="true" sz="766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Porcentagem dos estudantes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72390" y="1067341"/>
            <a:ext cx="2301344" cy="2301344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489888" y="3497717"/>
            <a:ext cx="3666348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1964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Uma dessas pessoas não gostou muito da ideia, pois, alegou ser muito desastrada.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876794" y="5143500"/>
            <a:ext cx="5677971" cy="3665382"/>
          </a:xfrm>
          <a:custGeom>
            <a:avLst/>
            <a:gdLst/>
            <a:ahLst/>
            <a:cxnLst/>
            <a:rect r="r" b="b" t="t" l="l"/>
            <a:pathLst>
              <a:path h="3665382" w="5677971">
                <a:moveTo>
                  <a:pt x="0" y="0"/>
                </a:moveTo>
                <a:lnTo>
                  <a:pt x="5677971" y="0"/>
                </a:lnTo>
                <a:lnTo>
                  <a:pt x="5677971" y="3665382"/>
                </a:lnTo>
                <a:lnTo>
                  <a:pt x="0" y="3665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05" t="-19922" r="-6714" b="-22607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72390" y="5125771"/>
            <a:ext cx="2301344" cy="230134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489888" y="7573586"/>
            <a:ext cx="3666348" cy="136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1964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Duas pessoas gostaram muito da ideia e já gostariam de saber quando começaria esse projeto.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2605" y="8900857"/>
            <a:ext cx="3666348" cy="67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1964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Fontes: Fizemos uma breve pesquisa entre 3 alunos.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756114" y="663877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5" y="0"/>
                </a:lnTo>
                <a:lnTo>
                  <a:pt x="2735885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205420" y="1253424"/>
            <a:ext cx="1182440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  <a:spcBef>
                <a:spcPct val="0"/>
              </a:spcBef>
            </a:pPr>
            <a:r>
              <a:rPr lang="en-US" b="true" sz="990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Conclusão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156" y="3372894"/>
            <a:ext cx="9493171" cy="446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O LabX Experience propõe uma nova forma de utilizar o laboratório escolar, transformando um espaço pouco explorado em um ambiente dinâmico, organizado e envolvente. Ao unir prática, tecnologia e gamificação, o projeto aumenta o interesse dos alunos e melhora o aprendizado de forma significativa. Mais do que um sistema, é uma solução que torna a ciência mais acessível, interessante e presente no dia a dia escolar.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8378249">
            <a:off x="11360085" y="2122780"/>
            <a:ext cx="5389795" cy="2652629"/>
          </a:xfrm>
          <a:custGeom>
            <a:avLst/>
            <a:gdLst/>
            <a:ahLst/>
            <a:cxnLst/>
            <a:rect r="r" b="b" t="t" l="l"/>
            <a:pathLst>
              <a:path h="2652629" w="5389795">
                <a:moveTo>
                  <a:pt x="0" y="0"/>
                </a:moveTo>
                <a:lnTo>
                  <a:pt x="5389795" y="0"/>
                </a:lnTo>
                <a:lnTo>
                  <a:pt x="5389795" y="2652629"/>
                </a:lnTo>
                <a:lnTo>
                  <a:pt x="0" y="2652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23416" y="7654648"/>
            <a:ext cx="2735884" cy="1822783"/>
          </a:xfrm>
          <a:custGeom>
            <a:avLst/>
            <a:gdLst/>
            <a:ahLst/>
            <a:cxnLst/>
            <a:rect r="r" b="b" t="t" l="l"/>
            <a:pathLst>
              <a:path h="1822783" w="2735884">
                <a:moveTo>
                  <a:pt x="0" y="0"/>
                </a:moveTo>
                <a:lnTo>
                  <a:pt x="2735884" y="0"/>
                </a:lnTo>
                <a:lnTo>
                  <a:pt x="2735884" y="1822783"/>
                </a:lnTo>
                <a:lnTo>
                  <a:pt x="0" y="182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92716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3471444" y="1858803"/>
            <a:ext cx="3490725" cy="4102440"/>
          </a:xfrm>
          <a:custGeom>
            <a:avLst/>
            <a:gdLst/>
            <a:ahLst/>
            <a:cxnLst/>
            <a:rect r="r" b="b" t="t" l="l"/>
            <a:pathLst>
              <a:path h="4102440" w="3490725">
                <a:moveTo>
                  <a:pt x="0" y="0"/>
                </a:moveTo>
                <a:lnTo>
                  <a:pt x="3490725" y="0"/>
                </a:lnTo>
                <a:lnTo>
                  <a:pt x="3490725" y="4102440"/>
                </a:lnTo>
                <a:lnTo>
                  <a:pt x="0" y="4102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4" t="-4432" r="-16589" b="-58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878630">
            <a:off x="4342326" y="1471233"/>
            <a:ext cx="2034541" cy="1667625"/>
          </a:xfrm>
          <a:custGeom>
            <a:avLst/>
            <a:gdLst/>
            <a:ahLst/>
            <a:cxnLst/>
            <a:rect r="r" b="b" t="t" l="l"/>
            <a:pathLst>
              <a:path h="1667625" w="2034541">
                <a:moveTo>
                  <a:pt x="0" y="0"/>
                </a:moveTo>
                <a:lnTo>
                  <a:pt x="2034541" y="0"/>
                </a:lnTo>
                <a:lnTo>
                  <a:pt x="2034541" y="1667624"/>
                </a:lnTo>
                <a:lnTo>
                  <a:pt x="0" y="1667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02338" y="2979843"/>
            <a:ext cx="8883324" cy="366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9"/>
              </a:lnSpc>
            </a:pPr>
            <a:r>
              <a:rPr lang="en-US" sz="14100" b="true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  <a:sym typeface="Grand Cru S Ultra-Bold"/>
              </a:rPr>
              <a:t>Muito </a:t>
            </a:r>
          </a:p>
          <a:p>
            <a:pPr algn="ctr">
              <a:lnSpc>
                <a:spcPts val="13959"/>
              </a:lnSpc>
            </a:pPr>
            <a:r>
              <a:rPr lang="en-US" b="true" sz="14100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  <a:sym typeface="Grand Cru S Ultra-Bold"/>
              </a:rPr>
              <a:t>Obrigado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1882" y="1858803"/>
            <a:ext cx="3502854" cy="6816969"/>
          </a:xfrm>
          <a:custGeom>
            <a:avLst/>
            <a:gdLst/>
            <a:ahLst/>
            <a:cxnLst/>
            <a:rect r="r" b="b" t="t" l="l"/>
            <a:pathLst>
              <a:path h="6816969" w="3502854">
                <a:moveTo>
                  <a:pt x="0" y="0"/>
                </a:moveTo>
                <a:lnTo>
                  <a:pt x="3502854" y="0"/>
                </a:lnTo>
                <a:lnTo>
                  <a:pt x="3502854" y="6816969"/>
                </a:lnTo>
                <a:lnTo>
                  <a:pt x="0" y="6816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025787">
            <a:off x="10195987" y="1460182"/>
            <a:ext cx="2972937" cy="1463154"/>
          </a:xfrm>
          <a:custGeom>
            <a:avLst/>
            <a:gdLst/>
            <a:ahLst/>
            <a:cxnLst/>
            <a:rect r="r" b="b" t="t" l="l"/>
            <a:pathLst>
              <a:path h="1463154" w="2972937">
                <a:moveTo>
                  <a:pt x="0" y="0"/>
                </a:moveTo>
                <a:lnTo>
                  <a:pt x="2972937" y="0"/>
                </a:lnTo>
                <a:lnTo>
                  <a:pt x="2972937" y="1463153"/>
                </a:lnTo>
                <a:lnTo>
                  <a:pt x="0" y="14631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52173" y="6929670"/>
            <a:ext cx="770632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6131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Gostou do nosso trabalho?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37275" y="6643920"/>
            <a:ext cx="3888659" cy="2590819"/>
          </a:xfrm>
          <a:custGeom>
            <a:avLst/>
            <a:gdLst/>
            <a:ahLst/>
            <a:cxnLst/>
            <a:rect r="r" b="b" t="t" l="l"/>
            <a:pathLst>
              <a:path h="2590819" w="3888659">
                <a:moveTo>
                  <a:pt x="0" y="0"/>
                </a:moveTo>
                <a:lnTo>
                  <a:pt x="3888659" y="0"/>
                </a:lnTo>
                <a:lnTo>
                  <a:pt x="3888659" y="2590819"/>
                </a:lnTo>
                <a:lnTo>
                  <a:pt x="0" y="25908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DAHHCUQTK40</dc:identifier>
  <dcterms:modified xsi:type="dcterms:W3CDTF">2011-08-01T06:04:30Z</dcterms:modified>
  <cp:revision>1</cp:revision>
  <dc:title>LabX Experience</dc:title>
</cp:coreProperties>
</file>